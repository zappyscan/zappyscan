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82B5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548640"/>
            <a:ext cx="2011680" cy="201168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82880"/>
            <a:ext cx="1097280" cy="1097280"/>
          </a:xfrm>
          <a:prstGeom prst="ellipse">
            <a:avLst/>
          </a:prstGeom>
          <a:solidFill>
            <a:srgbClr val="107C10">
              <a:alpha val="40000"/>
            </a:srgbClr>
          </a:solidFill>
          <a:ln w="12700">
            <a:solidFill>
              <a:srgbClr val="107C1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ZAPPY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Management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200400" cy="36576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Status Update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 •  Q2 Engineering Report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532120" y="914400"/>
            <a:ext cx="1600200" cy="1188720"/>
          </a:xfrm>
          <a:prstGeom prst="roundRect">
            <a:avLst>
              <a:gd name="adj" fmla="val 9231"/>
            </a:avLst>
          </a:prstGeom>
          <a:solidFill>
            <a:srgbClr val="1A356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32120" y="1005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532120" y="1554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Tabs Passing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914400"/>
            <a:ext cx="1600200" cy="1188720"/>
          </a:xfrm>
          <a:prstGeom prst="roundRect">
            <a:avLst>
              <a:gd name="adj" fmla="val 9231"/>
            </a:avLst>
          </a:prstGeom>
          <a:solidFill>
            <a:srgbClr val="1A356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0" y="1005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200" y="1554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Tested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2377440"/>
            <a:ext cx="1600200" cy="1188720"/>
          </a:xfrm>
          <a:prstGeom prst="roundRect">
            <a:avLst>
              <a:gd name="adj" fmla="val 9231"/>
            </a:avLst>
          </a:prstGeom>
          <a:solidFill>
            <a:srgbClr val="1A356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2468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532120" y="3017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Fixed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2377440"/>
            <a:ext cx="1600200" cy="1188720"/>
          </a:xfrm>
          <a:prstGeom prst="roundRect">
            <a:avLst>
              <a:gd name="adj" fmla="val 9231"/>
            </a:avLst>
          </a:prstGeom>
          <a:solidFill>
            <a:srgbClr val="1A356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2468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15200" y="3017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Shipped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https://zappy-blond.vercel.app  •  Live on Vercel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— All 15 Tabs Verified ✓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8869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KPIs, order stats, table occupancy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24328" y="88696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9" name="Shape 7"/>
          <p:cNvSpPr/>
          <p:nvPr/>
        </p:nvSpPr>
        <p:spPr>
          <a:xfrm>
            <a:off x="2971800" y="8229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81528" y="8869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Orders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81528" y="11887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list, status filters, order detail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13248" y="88696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0720" y="8229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70448" y="8869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70448" y="11887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Grid, occupancy status, QR assignment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02168" y="88696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" y="164592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" y="1709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QR Manager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" y="20116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Per-table QR, bulk print, preview URL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24328" y="170992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21" name="Shape 19"/>
          <p:cNvSpPr/>
          <p:nvPr/>
        </p:nvSpPr>
        <p:spPr>
          <a:xfrm>
            <a:off x="2971800" y="164592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081528" y="1709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Menu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81528" y="20116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CRUD, image upload, price toggle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13248" y="170992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25" name="Shape 23"/>
          <p:cNvSpPr/>
          <p:nvPr/>
        </p:nvSpPr>
        <p:spPr>
          <a:xfrm>
            <a:off x="5760720" y="164592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70448" y="1709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Kitchen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70448" y="20116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queue, status cycle, bump screen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02168" y="170992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" y="246888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92608" y="2532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Billing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" y="28346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generation, payment recording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24328" y="253288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33" name="Shape 31"/>
          <p:cNvSpPr/>
          <p:nvPr/>
        </p:nvSpPr>
        <p:spPr>
          <a:xfrm>
            <a:off x="2971800" y="246888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081528" y="2532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Inventory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81528" y="28346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tracking, low-stock alerts (Pro tier)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13248" y="253288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37" name="Shape 35"/>
          <p:cNvSpPr/>
          <p:nvPr/>
        </p:nvSpPr>
        <p:spPr>
          <a:xfrm>
            <a:off x="5760720" y="246888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70448" y="2532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Waiters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70448" y="28346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Waiter cards, table/order assignments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02168" y="253288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" y="32918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92608" y="3355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Staff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92608" y="36576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Shift Scheduler, Directory, Logs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24328" y="335584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45" name="Shape 43"/>
          <p:cNvSpPr/>
          <p:nvPr/>
        </p:nvSpPr>
        <p:spPr>
          <a:xfrm>
            <a:off x="2971800" y="32918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081528" y="3355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Analytics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081528" y="36576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charts, heatmap, category trends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13248" y="335584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49" name="Shape 47"/>
          <p:cNvSpPr/>
          <p:nvPr/>
        </p:nvSpPr>
        <p:spPr>
          <a:xfrm>
            <a:off x="5760720" y="32918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870448" y="3355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Reports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870448" y="36576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Exportable reports with date filters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202168" y="335584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53" name="Shape 51"/>
          <p:cNvSpPr/>
          <p:nvPr/>
        </p:nvSpPr>
        <p:spPr>
          <a:xfrm>
            <a:off x="182880" y="41148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92608" y="41788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Marketing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92608" y="44805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Promotions, coupons, offer management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624328" y="417880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57" name="Shape 55"/>
          <p:cNvSpPr/>
          <p:nvPr/>
        </p:nvSpPr>
        <p:spPr>
          <a:xfrm>
            <a:off x="2971800" y="41148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081528" y="41788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Reviews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081528" y="44805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feed, rating aggregation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13248" y="417880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61" name="Shape 59"/>
          <p:cNvSpPr/>
          <p:nvPr/>
        </p:nvSpPr>
        <p:spPr>
          <a:xfrm>
            <a:off x="5760720" y="41148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870448" y="41788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Settings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870448" y="44805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Branding, OAuth, Stripe, restaurant profile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202168" y="4178808"/>
            <a:ext cx="164592" cy="164592"/>
          </a:xfrm>
          <a:prstGeom prst="ellipse">
            <a:avLst/>
          </a:prstGeom>
          <a:solidFill>
            <a:srgbClr val="107C1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Fixed  &amp;  New Features Shipped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160520" cy="4069080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22960"/>
            <a:ext cx="4160520" cy="411480"/>
          </a:xfrm>
          <a:prstGeom prst="rect">
            <a:avLst/>
          </a:prstGeom>
          <a:solidFill>
            <a:srgbClr val="FFF0E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🐞  4 Bugs Fixed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WaiterManagement.tsx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Supabase channel name risked subscription conflicts — fixed with restaurant-scoped unique channel.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StaffManagement.tsx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04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employees state used in metrics — replaced with fresh empData, added null-safety.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926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AdminDashboard.tsx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82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AnimatePresence mode='wait' on outer wrapper caused 200ms blank flash — removed.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703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ImpersonationBanner.tsx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9593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Supabase column reference blanked banner for Super Admins — column fixed.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822960"/>
            <a:ext cx="4343400" cy="4069080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822960"/>
            <a:ext cx="4343400" cy="411480"/>
          </a:xfrm>
          <a:prstGeom prst="rect">
            <a:avLst/>
          </a:prstGeom>
          <a:solidFill>
            <a:srgbClr val="EFF8E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3 New Features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408176"/>
            <a:ext cx="201168" cy="20116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Error Boundaries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1627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class-based TabErrorBoundary wraps all heavy tabs. Catches rendering crashes per-tab and shows Retry UI — dashboard stays functional even if one tab errors.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505456"/>
            <a:ext cx="201168" cy="20116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startTransition Tab Switching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7249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startTransition marks tab updates as non-urgent. Sidebar highlights instantly; heavy renders are lower priority. Stutter-free switching.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602736"/>
            <a:ext cx="201168" cy="20116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Notification Bell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8221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AdminHeader notification bell subscribes to new orders via Supabase realtime. Badge increments immediately on new order, with timestamp and table number.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5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20040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9319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743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0058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173736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46888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20040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9319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46634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743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10058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173736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46888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20040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39319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46634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2743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10058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173736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246888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320040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39319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46634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2743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10058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173736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246888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320040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39319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46634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2743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10058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173736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246888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320040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39319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46634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2743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10058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173736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246888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320040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39319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46634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2743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10058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173736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246888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320040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39319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58000" y="46634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2743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10058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173736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246888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320040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39319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72400" y="46634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2743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10058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173736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246888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320040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393192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686800" y="4663440"/>
            <a:ext cx="73152" cy="73152"/>
          </a:xfrm>
          <a:prstGeom prst="ellipse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74" name="Text 7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Deployed — Production Confirmed</a:t>
            </a:r>
            <a:endParaRPr lang="en-US" sz="2000" dirty="0"/>
          </a:p>
        </p:txBody>
      </p:sp>
      <p:sp>
        <p:nvSpPr>
          <p:cNvPr id="75" name="Shape 73"/>
          <p:cNvSpPr/>
          <p:nvPr/>
        </p:nvSpPr>
        <p:spPr>
          <a:xfrm>
            <a:off x="274320" y="822960"/>
            <a:ext cx="8595360" cy="1463040"/>
          </a:xfrm>
          <a:prstGeom prst="roundRect">
            <a:avLst>
              <a:gd name="adj" fmla="val 8750"/>
            </a:avLst>
          </a:prstGeom>
          <a:solidFill>
            <a:srgbClr val="1E3A5F"/>
          </a:solidFill>
          <a:ln/>
        </p:spPr>
      </p:sp>
      <p:sp>
        <p:nvSpPr>
          <p:cNvPr id="76" name="Text 74"/>
          <p:cNvSpPr/>
          <p:nvPr/>
        </p:nvSpPr>
        <p:spPr>
          <a:xfrm>
            <a:off x="54864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https://zappy-blond.vercel.app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Bundle: index-CKcRTsDc.js  •  Auto-deploys on GitHub push  •  Waiter channel fix confirmed in bundle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54864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Commit: 62ffa7d  →  feat: notification bell + startTransition + TabErrorBoundary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74320" y="2514600"/>
            <a:ext cx="2743200" cy="13716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365760" y="2514600"/>
            <a:ext cx="2560320" cy="73152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81" name="Text 79"/>
          <p:cNvSpPr/>
          <p:nvPr/>
        </p:nvSpPr>
        <p:spPr>
          <a:xfrm>
            <a:off x="274320" y="2651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15 Tabs</a:t>
            </a:r>
            <a:endParaRPr lang="en-US" sz="2200" dirty="0"/>
          </a:p>
        </p:txBody>
      </p:sp>
      <p:sp>
        <p:nvSpPr>
          <p:cNvPr id="82" name="Text 80"/>
          <p:cNvSpPr/>
          <p:nvPr/>
        </p:nvSpPr>
        <p:spPr>
          <a:xfrm>
            <a:off x="274320" y="31821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Live Post-Deploy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200400" y="2514600"/>
            <a:ext cx="2743200" cy="13716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3291840" y="2514600"/>
            <a:ext cx="256032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5" name="Text 83"/>
          <p:cNvSpPr/>
          <p:nvPr/>
        </p:nvSpPr>
        <p:spPr>
          <a:xfrm>
            <a:off x="3200400" y="2651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Git Commits</a:t>
            </a:r>
            <a:endParaRPr lang="en-US" sz="2200" dirty="0"/>
          </a:p>
        </p:txBody>
      </p:sp>
      <p:sp>
        <p:nvSpPr>
          <p:cNvPr id="86" name="Text 84"/>
          <p:cNvSpPr/>
          <p:nvPr/>
        </p:nvSpPr>
        <p:spPr>
          <a:xfrm>
            <a:off x="3200400" y="31821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Pushed to GitHub Main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126480" y="2514600"/>
            <a:ext cx="2743200" cy="13716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217920" y="2514600"/>
            <a:ext cx="2560320" cy="73152"/>
          </a:xfrm>
          <a:prstGeom prst="rect">
            <a:avLst/>
          </a:prstGeom>
          <a:solidFill>
            <a:srgbClr val="CA5010"/>
          </a:solidFill>
          <a:ln/>
        </p:spPr>
      </p:sp>
      <p:sp>
        <p:nvSpPr>
          <p:cNvPr id="89" name="Text 87"/>
          <p:cNvSpPr/>
          <p:nvPr/>
        </p:nvSpPr>
        <p:spPr>
          <a:xfrm>
            <a:off x="6126480" y="2651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TypeScript</a:t>
            </a:r>
            <a:endParaRPr lang="en-US" sz="2200" dirty="0"/>
          </a:p>
        </p:txBody>
      </p:sp>
      <p:sp>
        <p:nvSpPr>
          <p:cNvPr id="90" name="Text 88"/>
          <p:cNvSpPr/>
          <p:nvPr/>
        </p:nvSpPr>
        <p:spPr>
          <a:xfrm>
            <a:off x="6126480" y="31821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in Final Build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CI/CD: GitHub → Vercel  •  Every push triggers rebuild and deploy  •  Zero downtime deployments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926080"/>
            <a:ext cx="3200400" cy="320040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457200"/>
            <a:ext cx="2743200" cy="2743200"/>
          </a:xfrm>
          <a:prstGeom prst="ellipse">
            <a:avLst/>
          </a:prstGeom>
          <a:solidFill>
            <a:srgbClr val="107C10">
              <a:alpha val="15000"/>
            </a:srgbClr>
          </a:solidFill>
          <a:ln w="12700">
            <a:solidFill>
              <a:srgbClr val="107C10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Zappy is fully tested, live on Vercel, and ready for investor demos,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onboarding, and customer-facing launch.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743200" cy="36576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816352"/>
            <a:ext cx="201168" cy="20116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15 admin dashboard tabs functional with live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64992"/>
            <a:ext cx="201168" cy="20116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order lifecycle: QR scan → kitchen → billing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13632"/>
            <a:ext cx="201168" cy="20116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user roles with isolated access controls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816352"/>
            <a:ext cx="201168" cy="20116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WebSocket across admin, kitchen &amp; waiter views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364992"/>
            <a:ext cx="201168" cy="20116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performance optimisations + error boundaries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913632"/>
            <a:ext cx="201168" cy="20116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CI/CD — every commit deploys in under 60s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zappy-blond.vercel.app  •  github.com/Zappyscan/zappyscan  •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Zappy Product Status Update — June 2026</dc:title>
  <dc:subject>PptxGenJS Presentation</dc:subject>
  <dc:creator>Zappy Engineering</dc:creator>
  <cp:lastModifiedBy>Zappy Engineering</cp:lastModifiedBy>
  <cp:revision>1</cp:revision>
  <dcterms:created xsi:type="dcterms:W3CDTF">2026-06-24T19:55:04Z</dcterms:created>
  <dcterms:modified xsi:type="dcterms:W3CDTF">2026-06-24T19:55:04Z</dcterms:modified>
</cp:coreProperties>
</file>